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Database overview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PostgreSQL connection handbook.</a:t>
            </a:r>
            <a:endParaRPr lang="zh-CN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1270000"/>
                <a:gridCol w="1270000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Item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Count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Apple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Backup evidence on slide two.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